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ira Sans" panose="020B0503050000020004" pitchFamily="34" charset="0"/>
      <p:regular r:id="rId18"/>
      <p:bold r:id="rId19"/>
      <p:italic r:id="rId20"/>
      <p:boldItalic r:id="rId21"/>
    </p:embeddedFont>
    <p:embeddedFont>
      <p:font typeface="Marcellus" panose="020E0602050203020307" pitchFamily="34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15"/>
  </p:normalViewPr>
  <p:slideViewPr>
    <p:cSldViewPr snapToGrid="0">
      <p:cViewPr varScale="1">
        <p:scale>
          <a:sx n="117" d="100"/>
          <a:sy n="117" d="100"/>
        </p:scale>
        <p:origin x="26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3BE4EE66-95F2-11F6-05EA-E5792929E64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D790172-54B1-1878-459A-282E99A7FB4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4871C75-B572-7CC7-1B53-358A4FEE2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5D40BE01-A796-ADDE-1067-A85126FB981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C5F09E59-F1FA-4758-8DEB-A7EB3912E7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6FC11D24-EC12-A80C-ADB8-D5E74CECE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213AF292-09D4-0240-9F52-B3CE283D196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20A4B550-7FFA-C52B-9952-E28A393DD0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2BC36ECE-C3D1-09DD-489B-CE38B06573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1E9D295B-756D-94F6-FA62-BAFD6BC1D42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80AB6F56-86EA-513F-E160-6DD1EE9C47B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0A8BF585-0ABE-47EC-65FA-540F276B8A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Google Shape;28;p6">
            <a:extLst>
              <a:ext uri="{FF2B5EF4-FFF2-40B4-BE49-F238E27FC236}">
                <a16:creationId xmlns:a16="http://schemas.microsoft.com/office/drawing/2014/main" id="{92DB2441-62E7-3832-5EE5-42D43B0B914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Google Shape;29;p6">
            <a:extLst>
              <a:ext uri="{FF2B5EF4-FFF2-40B4-BE49-F238E27FC236}">
                <a16:creationId xmlns:a16="http://schemas.microsoft.com/office/drawing/2014/main" id="{D868530D-AFB3-4C01-7548-464E74FEE2D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" name="Google Shape;30;p6">
            <a:extLst>
              <a:ext uri="{FF2B5EF4-FFF2-40B4-BE49-F238E27FC236}">
                <a16:creationId xmlns:a16="http://schemas.microsoft.com/office/drawing/2014/main" id="{A663D57F-09FB-1768-75C6-36B36B985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tx1">
                    <a:lumMod val="75000"/>
                    <a:lumOff val="25000"/>
                  </a:schemeClr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5">
            <a:extLst>
              <a:ext uri="{FF2B5EF4-FFF2-40B4-BE49-F238E27FC236}">
                <a16:creationId xmlns:a16="http://schemas.microsoft.com/office/drawing/2014/main" id="{44909106-E9FD-B340-07F3-E7E43E0C87E5}"/>
              </a:ext>
            </a:extLst>
          </p:cNvPr>
          <p:cNvSpPr/>
          <p:nvPr userDrawn="1"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5">
            <a:extLst>
              <a:ext uri="{FF2B5EF4-FFF2-40B4-BE49-F238E27FC236}">
                <a16:creationId xmlns:a16="http://schemas.microsoft.com/office/drawing/2014/main" id="{EAAF044C-1D0D-0CFE-1234-30E94B876495}"/>
              </a:ext>
            </a:extLst>
          </p:cNvPr>
          <p:cNvSpPr/>
          <p:nvPr userDrawn="1"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4;p5">
            <a:extLst>
              <a:ext uri="{FF2B5EF4-FFF2-40B4-BE49-F238E27FC236}">
                <a16:creationId xmlns:a16="http://schemas.microsoft.com/office/drawing/2014/main" id="{5526ECCB-9585-9619-412C-AF7D491C3AAD}"/>
              </a:ext>
            </a:extLst>
          </p:cNvPr>
          <p:cNvSpPr/>
          <p:nvPr userDrawn="1"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" name="Google Shape;21;p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3B2F81F-E84E-30FC-261A-95AAEEBA8CF0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11124596" y="22612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62" y="141576"/>
            <a:ext cx="2316256" cy="70870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58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2BD2E3-44F3-6EE5-E93D-B73F71B65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42" cy="6505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1D75DD-2901-D300-9A43-0BABA77DB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991267" cy="952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4EC8D3-E35D-6ECD-30C3-4EF5CF3F8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420" y="0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2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3CFE10-D9C9-666A-B1CC-9CE7522D3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70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C1016F-744B-2294-AB01-0CE04FEF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90775" cy="761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3D3F1F-6387-6DF2-6A0B-9AE856576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420" y="0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33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F308-817B-FD3C-E062-54D1954A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B7D52-98DA-EC5D-70D6-CE983EAD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17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DC3F34-66EA-EB6E-785B-A700EE774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2390775" cy="761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51DDD3-7B0C-5E89-DE81-7499717FE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420" y="0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2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0C84A-E36A-16D4-AB2F-34F5EF20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A3B169-97A9-EF67-4ADC-743239F1E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17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D95A71-9870-EB83-FE11-09A123AF1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90775" cy="761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EA00D2-B9AD-A3DB-DF7F-B17DEB039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196"/>
            <a:ext cx="12192000" cy="6787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C6E2F6-AC14-31EE-765E-C2CF186E5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19325" cy="7067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BBC2F-16BB-7FC5-3844-05C788CB6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9420" y="0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35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853D-4285-3992-815A-CFDE5BD0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2E143E-5FFE-C06A-4BD0-4112E0A12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17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706439-9BC6-1071-82DC-01BC5B142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764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F8E894-AA10-F73F-7F7E-7A4C80B6D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420" y="0"/>
            <a:ext cx="752580" cy="543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C43C29-E397-1F58-E00F-5B7643ED7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36917"/>
            <a:ext cx="1895475" cy="60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6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F006-6789-9DB1-37E5-A30012FE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1A54D-718B-202F-CCC3-BC506DE1A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17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DDC24E-9D6F-DE7C-4B71-CDFA412B3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764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417DA5-5FDC-E441-0A90-7F128BC5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86" y="-36918"/>
            <a:ext cx="12192000" cy="67318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6D136-723C-A395-340C-BD3CBB534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9420" y="-46443"/>
            <a:ext cx="752580" cy="543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F6F4C-FEDA-0A42-FCFB-E5D16D53D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36918"/>
            <a:ext cx="1895475" cy="60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9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F006-6789-9DB1-37E5-A30012FE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953172-1E5E-7ACA-F133-923EDDC3E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576"/>
            <a:ext cx="12192000" cy="64685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F6F4C-FEDA-0A42-FCFB-E5D16D53D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2231571" cy="740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6D136-723C-A395-340C-BD3CBB534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420" y="-1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1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F006-6789-9DB1-37E5-A30012FE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26496B-F365-7B6E-0DE6-401403113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" y="90775"/>
            <a:ext cx="12104914" cy="6278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F6F4C-FEDA-0A42-FCFB-E5D16D53D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95475" cy="603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6D136-723C-A395-340C-BD3CBB534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420" y="0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39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F006-6789-9DB1-37E5-A30012FE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4F0F7-7018-11A1-CF77-0608B67A8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231"/>
            <a:ext cx="12192000" cy="6244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F6F4C-FEDA-0A42-FCFB-E5D16D53D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95475" cy="603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6D136-723C-A395-340C-BD3CBB534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420" y="30326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23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F006-6789-9DB1-37E5-A30012FE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BEAD1-9122-834C-3005-257CFF64D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63"/>
            <a:ext cx="12192000" cy="64032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F6F4C-FEDA-0A42-FCFB-E5D16D53D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95475" cy="603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6D136-723C-A395-340C-BD3CBB534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420" y="0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6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F006-6789-9DB1-37E5-A30012FE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FF503F-7F7D-4739-3575-1419644FA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92" y="0"/>
            <a:ext cx="12201992" cy="6504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F6F4C-FEDA-0A42-FCFB-E5D16D53D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94857" cy="710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16D136-723C-A395-340C-BD3CBB534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9412" y="0"/>
            <a:ext cx="75258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2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Macintosh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Fira Sans</vt:lpstr>
      <vt:lpstr>Calibri</vt:lpstr>
      <vt:lpstr>Marcellus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Yogesh Vora</cp:lastModifiedBy>
  <cp:revision>9</cp:revision>
  <dcterms:created xsi:type="dcterms:W3CDTF">2022-02-21T05:08:08Z</dcterms:created>
  <dcterms:modified xsi:type="dcterms:W3CDTF">2026-03-24T18:16:21Z</dcterms:modified>
</cp:coreProperties>
</file>